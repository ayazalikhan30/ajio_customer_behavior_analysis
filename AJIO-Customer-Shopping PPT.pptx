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AJIO 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Transactional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purchases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categories, segments, and subscription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264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9577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75570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16438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 in dataset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89577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75570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16438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Columns per record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939282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4799211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5207893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Review Rating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3939282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50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4799211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Locations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5207893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Unique customer regions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7229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features: demographics, purchase details, shopping behavior, and subscription status.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495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Python: Data Preparation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61475" y="1421110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3855" y="161349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3855" y="201404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Review Ratings using category medians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268485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3855" y="287724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3855" y="327779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Renamed columns to snake_case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94860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3855" y="4140994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3855" y="4541540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age_group &amp; purchase_frequency_days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5212358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3855" y="5404743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3855" y="5805289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SQL analysis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 — $157,890 vs. $75,191.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73%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customers are non-subscribers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Subscribers: 1,053 customers, avg spend $59.49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Non-subscribers: 2,847 customers, avg spend $59.87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Based on purchase history: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292625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Loyal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3,116 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Returning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701 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New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83 customers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4135735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repeat buyers (&gt;5 purchases) are subscribed.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32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Categories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263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3 Products by Category</a:t>
            </a:r>
            <a:endParaRPr lang="en-US" sz="1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34270"/>
          <a:ext cx="9143771" cy="914400"/>
        </p:xfrm>
        <a:graphic>
          <a:graphicData uri="http://schemas.openxmlformats.org/drawingml/2006/table">
            <a:tbl>
              <a:tblPr/>
              <a:tblGrid>
                <a:gridCol w="1734598"/>
                <a:gridCol w="1734598"/>
                <a:gridCol w="1734598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Category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Orders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Accessories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Jewelry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171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Clothing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Blouse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171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Footwear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Sandals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160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Outerwear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Jacket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163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32776" y="22263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Highest-Rated Products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710656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— 3.86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 — 3.84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 — 3.82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 — 3.80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 — 3.78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90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Discounts &amp; Shipping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522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Discounted Products</a:t>
            </a:r>
            <a:endParaRPr lang="en-US" sz="1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60129"/>
          <a:ext cx="9143771" cy="914400"/>
        </p:xfrm>
        <a:graphic>
          <a:graphicData uri="http://schemas.openxmlformats.org/drawingml/2006/table">
            <a:tbl>
              <a:tblPr/>
              <a:tblGrid>
                <a:gridCol w="2601897"/>
                <a:gridCol w="2601897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Discount Rate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50%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Sneakers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49.66%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Coat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49.07%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Sweater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48.17%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Pants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47.37%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32776" y="19522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Type — Avg Purchase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436515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327749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high-spenders used discounts above average purchase amount.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Revenue is relatively balanced across all age groups.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073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72097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0177" y="2172097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370177" y="2580779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61221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0177" y="326122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370177" y="3669903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grow the Loyal segment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350345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0177" y="4350345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370177" y="4759027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439470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0177" y="543947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370177" y="5848152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 shippers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2026-09-17T15:45:40Z</dcterms:created>
  <dcterms:modified xsi:type="dcterms:W3CDTF">2026-09-17T15:45:40Z</dcterms:modified>
</cp:coreProperties>
</file>